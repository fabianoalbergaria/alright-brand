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personalizável.
EDITE:
• Título grande: substitua "Nome do Cliente." pelo nome do cliente/projeto
• Subtitle: substitua "Projeto · peça · campanha" pelo subtítulo
• Meta top-right: "PROJETO · 2026" → ex: "Olympikus · 2026"
• Bottom-right: troque DATA, FORMATO e cidade
• Lockup Alright White e ((Look again.)) ficam fixos.
REGRA: padrão é bone/preto, laranja só nos brackets editoriais.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pra abrir capítulos da apresentação.
EDITE:
• Eyebrow top-left: "01 — SEÇÃO" → número + nome da seção
• Título big: substituir pelo nome da seção
• Eyebrow opcional embaixo: contexto curto (1 linha)
USE: duplicar este slide pra cada divisor (01, 02, 03…).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 IMAGE FULLBLEED — slide-anchor pra abrir um case ou capítulo visual.
EDITE:
• Retângulo cinza central: clique e delete, depois Insert → Picture (ou arraste imagem)
• Ou substitua via Format → Shape Fill → Picture
• Eyebrow top: "CASE · 2026 · CLIENTE" → ano + nome
• Título overlay: substitua pelo título do case
• Caption bottom-right: formato/duração
A scrim bottom + cor do título funcionam pra imagens claras E escuras.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 VIDEO PLACEHOLDER — slide pra apresentar um filme.
EDITE:
• Retângulo preto + play button: deleta os 3 elementos (rect, oval, ▶) e usa Insert → Movie pra colar o video real
• Ou mantém o placeholder se for usar como link externo (Vimeo etc) — adiciona hyperlink pelo Format menu
• Bottom: troque título do filme + meta
KEYNOTE: arraste o .mp4 direto pra dentro do slide; PowerPoint: Insert → Video → This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— texto + imagem lado a lado.
EDITE:
• Coluna esquerda: eyebrow + título + body copy
• Coluna direita: substitua o retângulo cinza por uma imagem (delete o rect, Insert → Picture)
USE: descrever uma fase do projeto, abordagem criativa, ou apresentar um still+texto.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 2×2 — 4 imagens em layout simétrico.
EDITE:
• Eyebrow + título top
• 4 retângulos cinza: substitua cada um por uma imagem (delete o rect, Insert → Picture)
USE: apresentar seleção de stills, frames-chave, variações de campanha.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/ MANIFESTO — texto-protagonista sobre Black.
EDITE:
• Quote big center: substitua pela frase canon ou citação do projeto
• Attribution: substitua "— MANIFESTO ALRIGHT" pela fonte (cliente, ano, etc)
• Brackets (( )) Orange ficam fixos
USE: abrir/fechar uma seção com força editorial, apresentar manifesto canon ou citação do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STATS / NUMBERS — 3 colunas de números-chave em Orange Alright.
EDITE:
• Eyebrow + título top
• 3 colunas: troque cada big number (formato livre: +42M, 4×, 100%, R$, etc) e a label embaixo
• Mantenha labels curtas (2 linhas máx)
USE: encerrar um case com resultados quantitativos ou destacar marcos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CONTATO FIXO — slide final.
NÃO PRECISA EDITAR — dados Alright canon.
Se for adicionar/trocar contato pra um cliente específico, edite as 3 colunas (CONTATO, DIGITAL, TELEFONE). O lockup ((We Are Alright)) e Symbol ficam fixos.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right lock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85455" y="640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FCBC1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PROJETO · 2026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48640" y="256032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FAF9F5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Nome do Cliente.</a:t>
            </a:r>
            <a:endParaRPr lang="en-US" sz="8800" dirty="0"/>
          </a:p>
        </p:txBody>
      </p:sp>
      <p:sp>
        <p:nvSpPr>
          <p:cNvPr id="5" name="Text 2"/>
          <p:cNvSpPr/>
          <p:nvPr/>
        </p:nvSpPr>
        <p:spPr>
          <a:xfrm>
            <a:off x="548640" y="3886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CFCBC1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Projeto · peça · campanha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5D36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((</a:t>
            </a:r>
            <a:pPr algn="l" indent="0" marL="0">
              <a:buNone/>
            </a:pPr>
            <a:r>
              <a:rPr lang="en-US" sz="2200" b="1" dirty="0">
                <a:solidFill>
                  <a:srgbClr val="FAF9F5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 Look again. </a:t>
            </a:r>
            <a:pPr algn="l" indent="0" marL="0">
              <a:buNone/>
            </a:pPr>
            <a:r>
              <a:rPr lang="en-US" sz="2200" b="1" dirty="0">
                <a:solidFill>
                  <a:srgbClr val="FF5D36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))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85455" y="5760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FCBC1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DATA · MM.AAAA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200" kern="0" dirty="0">
                <a:solidFill>
                  <a:srgbClr val="CFCBC1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FORMATO · DECK · PDF</a:t>
            </a:r>
            <a:endParaRPr lang="en-US" sz="900" dirty="0"/>
          </a:p>
          <a:p>
            <a:pPr algn="r" indent="0" marL="0">
              <a:buNone/>
            </a:pPr>
            <a:r>
              <a:rPr lang="en-US" sz="900" spc="200" kern="0" dirty="0">
                <a:solidFill>
                  <a:srgbClr val="CFCBC1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SÃO PAULO / BR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B5750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01 — SEÇÃO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00000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Título da seção.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D3A35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Eyebrow opcional · contexto da seção.</a:t>
            </a:r>
            <a:endParaRPr lang="en-US" sz="1800" dirty="0"/>
          </a:p>
        </p:txBody>
      </p:sp>
      <p:pic>
        <p:nvPicPr>
          <p:cNvPr id="5" name="Image 0" descr="/Users/fabianoalbergaria/Desktop/alright-brand/.claude/worktrees/magical-curie-149c0c/assets/logo/v3/Word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77724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57055" y="64008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5750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PROJECTS ·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3063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5D36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⤴ </a:t>
            </a:r>
            <a:pPr algn="ctr" indent="0" marL="0">
              <a:buNone/>
            </a:pPr>
            <a:r>
              <a:rPr lang="en-US" sz="1200" spc="300" kern="0" dirty="0">
                <a:solidFill>
                  <a:srgbClr val="CFCBC1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DRAG-DROP UMA IMAGEM AQUI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750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No Keynote/PowerPoint: clique no retângulo cinza, delete, e cole a imagem.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5750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Ou substitua a forma por uma Picture (Insert → Picture).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CFCBC1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CASE · 2026 · CLIENTE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5394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AF9F5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Título do projeto.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985455" y="6217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FCBC1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FILME · 30S · 16:9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B5750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VIDEO · CASE · 2026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031340" y="868680"/>
            <a:ext cx="8129016" cy="4572000"/>
          </a:xfrm>
          <a:prstGeom prst="rect">
            <a:avLst/>
          </a:prstGeom>
          <a:solidFill>
            <a:srgbClr val="000000"/>
          </a:solidFill>
          <a:ln w="12700">
            <a:solidFill>
              <a:srgbClr val="3D3A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47208" y="2606040"/>
            <a:ext cx="1097280" cy="1097280"/>
          </a:xfrm>
          <a:prstGeom prst="ellipse">
            <a:avLst/>
          </a:prstGeom>
          <a:solidFill>
            <a:srgbClr val="FF5D36"/>
          </a:solidFill>
          <a:ln w="12700">
            <a:solidFill>
              <a:srgbClr val="FF5D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38648" y="2606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▶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31340" y="5550408"/>
            <a:ext cx="8129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B5750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SUBSTITUA POR VIDEO REAL · KEYNOTE: INSERT → MOVIE → DRAG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Título do filme.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A35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Cliente · Agência · Ano · Formato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B5750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01 — CONTEXTO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2728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Título da seção.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2728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D3A35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Body copy descritiva da peça, contexto do projeto, desafio criativo ou abordagem. Texto longo em Monument Grotesk Regular — ideal pra parágrafos densos com 3–5 linhas. Mantém o ritmo editorial sem competir com a imagem ao lado.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70168" y="914400"/>
            <a:ext cx="5272888" cy="5029200"/>
          </a:xfrm>
          <a:prstGeom prst="rect">
            <a:avLst/>
          </a:prstGeom>
          <a:solidFill>
            <a:srgbClr val="ECE8DC"/>
          </a:solidFill>
          <a:ln w="12700">
            <a:solidFill>
              <a:srgbClr val="ECE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70168" y="320040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5D36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⤴ </a:t>
            </a:r>
            <a:pPr algn="ctr" indent="0" marL="0">
              <a:buNone/>
            </a:pPr>
            <a:r>
              <a:rPr lang="en-US" sz="1100" spc="300" kern="0" dirty="0">
                <a:solidFill>
                  <a:srgbClr val="3D3A35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IMAGEM AQUI</a:t>
            </a:r>
            <a:endParaRPr lang="en-US" sz="1100" dirty="0"/>
          </a:p>
        </p:txBody>
      </p:sp>
      <p:pic>
        <p:nvPicPr>
          <p:cNvPr id="7" name="Image 0" descr="/Users/fabianoalbergaria/Desktop/alright-brand/.claude/worktrees/magical-curie-149c0c/assets/logo/v3/Word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777240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57055" y="64008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5750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PROJECTS ·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B5750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SELEÇÃO · STILLS ·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Grid de stills.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32908" cy="1988820"/>
          </a:xfrm>
          <a:prstGeom prst="rect">
            <a:avLst/>
          </a:prstGeom>
          <a:solidFill>
            <a:srgbClr val="ECE8DC"/>
          </a:solidFill>
          <a:ln w="12700">
            <a:solidFill>
              <a:srgbClr val="ECE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40330"/>
            <a:ext cx="5432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5D36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⤴ </a:t>
            </a:r>
            <a:pPr algn="ctr" indent="0" marL="0">
              <a:buNone/>
            </a:pPr>
            <a:r>
              <a:rPr lang="en-US" sz="1100" spc="300" kern="0" dirty="0">
                <a:solidFill>
                  <a:srgbClr val="3D3A35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STILL 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0148" y="1828800"/>
            <a:ext cx="5432908" cy="1988820"/>
          </a:xfrm>
          <a:prstGeom prst="rect">
            <a:avLst/>
          </a:prstGeom>
          <a:solidFill>
            <a:srgbClr val="ECE8DC"/>
          </a:solidFill>
          <a:ln w="12700">
            <a:solidFill>
              <a:srgbClr val="ECE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0148" y="2640330"/>
            <a:ext cx="5432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5D36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⤴ </a:t>
            </a:r>
            <a:pPr algn="ctr" indent="0" marL="0">
              <a:buNone/>
            </a:pPr>
            <a:r>
              <a:rPr lang="en-US" sz="1100" spc="300" kern="0" dirty="0">
                <a:solidFill>
                  <a:srgbClr val="3D3A35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STILL 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046220"/>
            <a:ext cx="5432908" cy="1988820"/>
          </a:xfrm>
          <a:prstGeom prst="rect">
            <a:avLst/>
          </a:prstGeom>
          <a:solidFill>
            <a:srgbClr val="ECE8DC"/>
          </a:solidFill>
          <a:ln w="12700">
            <a:solidFill>
              <a:srgbClr val="ECE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857750"/>
            <a:ext cx="5432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5D36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⤴ </a:t>
            </a:r>
            <a:pPr algn="ctr" indent="0" marL="0">
              <a:buNone/>
            </a:pPr>
            <a:r>
              <a:rPr lang="en-US" sz="1100" spc="300" kern="0" dirty="0">
                <a:solidFill>
                  <a:srgbClr val="3D3A35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STILL 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0148" y="4046220"/>
            <a:ext cx="5432908" cy="1988820"/>
          </a:xfrm>
          <a:prstGeom prst="rect">
            <a:avLst/>
          </a:prstGeom>
          <a:solidFill>
            <a:srgbClr val="ECE8DC"/>
          </a:solidFill>
          <a:ln w="12700">
            <a:solidFill>
              <a:srgbClr val="ECE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0148" y="4857750"/>
            <a:ext cx="5432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5D36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⤴ </a:t>
            </a:r>
            <a:pPr algn="ctr" indent="0" marL="0">
              <a:buNone/>
            </a:pPr>
            <a:r>
              <a:rPr lang="en-US" sz="1100" spc="300" kern="0" dirty="0">
                <a:solidFill>
                  <a:srgbClr val="3D3A35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STILL 04</a:t>
            </a:r>
            <a:endParaRPr lang="en-US" sz="1100" dirty="0"/>
          </a:p>
        </p:txBody>
      </p:sp>
      <p:pic>
        <p:nvPicPr>
          <p:cNvPr id="12" name="Image 0" descr="/Users/fabianoalbergaria/Desktop/alright-brand/.claude/worktrees/magical-curie-149c0c/assets/logo/v3/Word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777240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357055" y="64008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5750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PROJECTS ·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5D36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((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728655" y="548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5D36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))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441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AF9F5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Cada filme</a:t>
            </a:r>
            <a:endParaRPr lang="en-US" sz="8400" dirty="0"/>
          </a:p>
          <a:p>
            <a:pPr algn="ctr" indent="0" marL="0">
              <a:buNone/>
            </a:pPr>
            <a:r>
              <a:rPr lang="en-US" sz="8400" b="1" dirty="0">
                <a:solidFill>
                  <a:srgbClr val="FAF9F5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é um filme.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48640" y="55778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CFCBC1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— MANIFESTO ALRIGHT</a:t>
            </a:r>
            <a:endParaRPr lang="en-US" sz="1000" dirty="0"/>
          </a:p>
        </p:txBody>
      </p:sp>
      <p:pic>
        <p:nvPicPr>
          <p:cNvPr id="6" name="Image 0" descr="/Users/fabianoalbergaria/Desktop/alright-brand/.claude/worktrees/magical-curie-149c0c/assets/logo/v3/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648" y="6080760"/>
            <a:ext cx="9144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5B5750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RESULTADOS ·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Por que funcionou.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369813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5D36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+42M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36981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D3A35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IMPRESSÕES · ORGÂNICO + MÍDIA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46778" y="2286000"/>
            <a:ext cx="369813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5D36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4×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4246778" y="4572000"/>
            <a:ext cx="36981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D3A35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CICLO DE PRODUÇÃO ENCURTADO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44917" y="2286000"/>
            <a:ext cx="369813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5D36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0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7944917" y="4572000"/>
            <a:ext cx="36981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3D3A35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CÂMERAS · SETS · LOCAÇÕES</a:t>
            </a:r>
            <a:endParaRPr lang="en-US" sz="1100" dirty="0"/>
          </a:p>
        </p:txBody>
      </p:sp>
      <p:pic>
        <p:nvPicPr>
          <p:cNvPr id="10" name="Image 0" descr="/Users/fabianoalbergaria/Desktop/alright-brand/.claude/worktrees/magical-curie-149c0c/assets/logo/v3/Word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777240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57055" y="64008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B5750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PROJECTS ·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16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5D36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((</a:t>
            </a:r>
            <a:pPr algn="ctr" indent="0" marL="0">
              <a:buNone/>
            </a:pPr>
            <a:r>
              <a:rPr lang="en-US" sz="7200" b="1" dirty="0">
                <a:solidFill>
                  <a:srgbClr val="FAF9F5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 We Are Alright </a:t>
            </a:r>
            <a:pPr algn="ctr" indent="0" marL="0">
              <a:buNone/>
            </a:pPr>
            <a:r>
              <a:rPr lang="en-US" sz="7200" b="1" dirty="0">
                <a:solidFill>
                  <a:srgbClr val="FF5D36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))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43688" y="3657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FF5D36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CONTATO</a:t>
            </a:r>
            <a:endParaRPr lang="en-US" sz="900" dirty="0"/>
          </a:p>
          <a:p>
            <a:pPr algn="l" indent="0" marL="0">
              <a:buNone/>
            </a:pPr>
            <a:r>
              <a:rPr lang="en-US" sz="900" spc="200" kern="0" dirty="0">
                <a:solidFill>
                  <a:srgbClr val="CFCBC1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1800" b="1" spc="200" kern="0" dirty="0">
                <a:solidFill>
                  <a:srgbClr val="FAF9F5"/>
                </a:solidFill>
                <a:latin typeface="Neue Haas Grotesk Display Pro" pitchFamily="34" charset="0"/>
                <a:ea typeface="Neue Haas Grotesk Display Pro" pitchFamily="34" charset="-122"/>
                <a:cs typeface="Neue Haas Grotesk Display Pro" pitchFamily="34" charset="-120"/>
              </a:rPr>
              <a:t>Fabiano Albergaria</a:t>
            </a:r>
            <a:endParaRPr lang="en-US" sz="900" dirty="0"/>
          </a:p>
          <a:p>
            <a:pPr algn="l" indent="0" marL="0">
              <a:buNone/>
            </a:pPr>
            <a:r>
              <a:rPr lang="en-US" sz="1200" spc="200" kern="0" dirty="0">
                <a:solidFill>
                  <a:srgbClr val="CFCBC1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Founder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267048" y="3657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FF5D36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DIGITAL</a:t>
            </a:r>
            <a:endParaRPr lang="en-US" sz="900" dirty="0"/>
          </a:p>
          <a:p>
            <a:pPr algn="l" indent="0" marL="0">
              <a:buNone/>
            </a:pPr>
            <a:r>
              <a:rPr lang="en-US" sz="900" spc="200" kern="0" dirty="0">
                <a:solidFill>
                  <a:srgbClr val="CFCBC1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1200" spc="200" kern="0" dirty="0">
                <a:solidFill>
                  <a:srgbClr val="FAF9F5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albergaria@wearealright.cc</a:t>
            </a:r>
            <a:endParaRPr lang="en-US" sz="900" dirty="0"/>
          </a:p>
          <a:p>
            <a:pPr algn="l" indent="0" marL="0">
              <a:buNone/>
            </a:pPr>
            <a:r>
              <a:rPr lang="en-US" sz="1200" spc="200" kern="0" dirty="0">
                <a:solidFill>
                  <a:srgbClr val="FAF9F5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wearealright.cc</a:t>
            </a:r>
            <a:endParaRPr lang="en-US" sz="900" dirty="0"/>
          </a:p>
          <a:p>
            <a:pPr algn="l" indent="0" marL="0">
              <a:buNone/>
            </a:pPr>
            <a:r>
              <a:rPr lang="en-US" sz="1200" spc="200" kern="0" dirty="0">
                <a:solidFill>
                  <a:srgbClr val="FAF9F5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@wearealright.cc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90408" y="3657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FF5D36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TELEFONE</a:t>
            </a:r>
            <a:endParaRPr lang="en-US" sz="900" dirty="0"/>
          </a:p>
          <a:p>
            <a:pPr algn="l" indent="0" marL="0">
              <a:buNone/>
            </a:pPr>
            <a:r>
              <a:rPr lang="en-US" sz="900" spc="200" kern="0" dirty="0">
                <a:solidFill>
                  <a:srgbClr val="CFCBC1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1200" spc="200" kern="0" dirty="0">
                <a:solidFill>
                  <a:srgbClr val="FAF9F5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+55 11 92353-8110</a:t>
            </a:r>
            <a:endParaRPr lang="en-US" sz="900" dirty="0"/>
          </a:p>
          <a:p>
            <a:pPr algn="l" indent="0" marL="0">
              <a:buNone/>
            </a:pPr>
            <a:r>
              <a:rPr lang="en-US" sz="1100" spc="200" kern="0" dirty="0">
                <a:solidFill>
                  <a:srgbClr val="CFCBC1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WhatsApp · clique</a:t>
            </a:r>
            <a:endParaRPr lang="en-US" sz="900" dirty="0"/>
          </a:p>
          <a:p>
            <a:pPr algn="l" indent="0" marL="0">
              <a:buNone/>
            </a:pPr>
            <a:r>
              <a:rPr lang="en-US" sz="900" spc="200" kern="0" dirty="0">
                <a:solidFill>
                  <a:srgbClr val="CFCBC1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1200" spc="200" kern="0" dirty="0">
                <a:solidFill>
                  <a:srgbClr val="FAF9F5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São Paulo / BR</a:t>
            </a:r>
            <a:endParaRPr lang="en-US" sz="900" dirty="0"/>
          </a:p>
        </p:txBody>
      </p:sp>
      <p:pic>
        <p:nvPicPr>
          <p:cNvPr id="6" name="Image 0" descr="/Users/fabianoalbergaria/Desktop/alright-brand/.claude/worktrees/magical-curie-149c0c/assets/logo/v3/symbol/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415" y="59436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6492240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59F93"/>
                </a:solidFill>
                <a:latin typeface="Monument Grotesk" pitchFamily="34" charset="0"/>
                <a:ea typeface="Monument Grotesk" pitchFamily="34" charset="-122"/>
                <a:cs typeface="Monument Grotesk" pitchFamily="34" charset="-120"/>
              </a:rPr>
              <a:t>© 2026 · WEAREALRIGHT.CC · A.I. FIRST PRODUCTION COMPANY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Alright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Alright · Projects Template v3</dc:title>
  <dc:subject>Template editável pra apresentação de projetos</dc:subject>
  <dc:creator>Alright · A.I. first Production Company</dc:creator>
  <cp:lastModifiedBy>Alright · A.I. first Production Company</cp:lastModifiedBy>
  <cp:revision>1</cp:revision>
  <dcterms:created xsi:type="dcterms:W3CDTF">2026-06-08T15:23:29Z</dcterms:created>
  <dcterms:modified xsi:type="dcterms:W3CDTF">2026-06-08T15:23:29Z</dcterms:modified>
</cp:coreProperties>
</file>